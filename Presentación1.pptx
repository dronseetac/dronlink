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3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DC3DC-5DB8-4EB8-8B22-97BA5509F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FC39EC-28CB-470D-97BF-6D3D66B24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B0A1A4-D21C-4B57-ABBB-CB833464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ABDC51-59DF-4B27-A259-872BC9AD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3612F0-9E26-44BA-91B3-99ED0555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2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2BF50-D10A-49B8-9B43-787E7D06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F3AC0B-B9FE-40C3-BB70-5063A81F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B9ECD1-45FA-4CD2-9C13-85132CE5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621C24-83DA-40A6-BAF7-3BB6B81F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04821-26DC-4FCB-91DA-D29439E1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361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5D0F0-7500-485F-AF16-DAD30DE13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48467B-85B4-4267-976C-DC50FEB6D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F61FAD-22FE-4372-AB7D-0666CC96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1C35A7-6D07-4198-A75C-2FD66FD1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21B589-6170-4226-9F80-EAD6E63B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429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443B7-70AA-43C3-BC6F-584720F2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69406E-B82E-4B1E-A3ED-464B949AC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83682E-E3FE-4F3F-9230-C0BBA28D1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F63E0C-72B6-402A-9A45-A1947FD5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A4C91-55A2-4F98-8B63-AA87B7B3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7A468D-584F-4035-B07E-77DA8049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934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B1615-2CE1-4F0A-962D-FD92D0E9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B63E35-ADA7-4274-80B0-48F510B5A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5CCE09-CB73-4440-A1A0-3B6941BAB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4525BE-326C-4E26-8AB8-1EDCF6E2A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047ADD-3D35-4133-9EAC-321007C0B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2D7E89-365E-44EC-B2F2-EFACA0DB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2AA94C-591B-44B6-8A67-295BF8DA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1F8EDA-3495-43BC-A7CC-D3630A99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675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4EEF4-1069-4102-9428-7C262AF1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78ED8E-2C2E-4759-AD3E-3509D2707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525E91-DD53-47D5-870A-E73075B8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073E6B-228D-4592-B2C5-5209F2218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5292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9EAA534-44B8-4350-B755-E55FC227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B1D57F-313E-4DF3-BD04-1ED242C64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532162-0ED5-4863-BF6D-456C612B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738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DCE25-8E54-4B78-95DC-D144F330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14B91-66B5-4067-B87E-FE7E87A1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C45E38-0E31-4C0A-90A5-2F2AEEAEE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081E57-D6ED-4BAA-BB97-B624B414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73D687-B7B3-4B44-9316-FC605358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F495B-EFDE-407B-9ED3-B869D80B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63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A695A-3525-4E44-9400-EF112617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2F2229-E0CC-419A-9AC0-78BCDE972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608D7D-1055-4804-9CB8-CFD115F95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24C8C7-41B9-4699-90A5-4B4CBD0D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5E74D0-36C0-46F0-A9EC-30B0C548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F59E9A-DED1-415C-BFBB-B41DC166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203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1D5BA-4343-40C2-A0CC-0A5BF195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296923-8AA5-477A-942C-30A0678FB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2195AF-E1C4-4A8E-858C-4AB4578E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972AF-03E3-43C8-9C85-772323B9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99F136-B840-4095-89DF-C5AF8441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673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528C2B-2FCB-4808-A82B-C740D3474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8C5BBD-CA51-4B9E-9ACE-77600A321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478C06-A504-498E-9990-76EE5042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7736F-163E-4F42-A33D-BF86DCA0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606738-5FB3-4BDF-9868-C70F1AC7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58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61AD1A-9819-41FD-8EFD-8F9D7DA1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AE5718-A75F-4F7E-995F-8B1D6001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E92E4C-C1C8-43F4-AEBE-ACF4C1DAA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7F340-8358-43A6-8DAB-505940698328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D3BB1B-50E1-4A1A-9B45-90B2E91E7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EA366-6E0B-4878-ACB6-EDE9AFA06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A3DCB-ECBF-4535-B3C9-2D5CD9D6CAB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28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7E64CBF3-BC16-417E-8545-AC5215A7850C}"/>
              </a:ext>
            </a:extLst>
          </p:cNvPr>
          <p:cNvGrpSpPr/>
          <p:nvPr/>
        </p:nvGrpSpPr>
        <p:grpSpPr>
          <a:xfrm>
            <a:off x="2621280" y="-193040"/>
            <a:ext cx="7975600" cy="6939280"/>
            <a:chOff x="2621280" y="-193040"/>
            <a:chExt cx="7975600" cy="693928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598591A-AA11-4185-8239-58AC0C14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-142240"/>
              <a:ext cx="6858000" cy="6858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8A2F1AF1-1C54-4FE6-B4D4-5EAB509DF968}"/>
                </a:ext>
              </a:extLst>
            </p:cNvPr>
            <p:cNvSpPr txBox="1"/>
            <p:nvPr/>
          </p:nvSpPr>
          <p:spPr>
            <a:xfrm>
              <a:off x="4639867" y="1440785"/>
              <a:ext cx="857927" cy="40011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Armar</a:t>
              </a:r>
              <a:endParaRPr lang="es-E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D45FB7B-F118-4B44-B393-38B717E040DB}"/>
                </a:ext>
              </a:extLst>
            </p:cNvPr>
            <p:cNvSpPr txBox="1"/>
            <p:nvPr/>
          </p:nvSpPr>
          <p:spPr>
            <a:xfrm>
              <a:off x="9288999" y="2657508"/>
              <a:ext cx="1124026" cy="40011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Retornar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A07EFEA-13C0-4F85-8173-D50DD11D2E65}"/>
                </a:ext>
              </a:extLst>
            </p:cNvPr>
            <p:cNvSpPr txBox="1"/>
            <p:nvPr/>
          </p:nvSpPr>
          <p:spPr>
            <a:xfrm>
              <a:off x="9398000" y="3429000"/>
              <a:ext cx="1109727" cy="40011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Aterrizar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5E465BC2-D29C-4135-864A-1FAC000DA3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9868" y="1840895"/>
              <a:ext cx="256223" cy="22545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48DA9A8C-602F-47F2-AC46-06C2BDF9D2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7729" y="2746831"/>
              <a:ext cx="1184711" cy="13727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86362431-26F1-46BE-9539-703F2001F1D8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8239298" y="3629055"/>
              <a:ext cx="1158702" cy="12869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BB8C9D9-C645-4DF8-88BB-25B55B8F8251}"/>
                </a:ext>
              </a:extLst>
            </p:cNvPr>
            <p:cNvSpPr/>
            <p:nvPr/>
          </p:nvSpPr>
          <p:spPr>
            <a:xfrm>
              <a:off x="2621280" y="-193040"/>
              <a:ext cx="7975600" cy="693928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69197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B41F240-E774-4B3D-85A3-140212B2E371}"/>
              </a:ext>
            </a:extLst>
          </p:cNvPr>
          <p:cNvSpPr/>
          <p:nvPr/>
        </p:nvSpPr>
        <p:spPr>
          <a:xfrm>
            <a:off x="2057400" y="-162560"/>
            <a:ext cx="8077200" cy="70205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noFill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1C188F-C6A5-49D6-9DE2-7FD890C75AC4}"/>
              </a:ext>
            </a:extLst>
          </p:cNvPr>
          <p:cNvSpPr txBox="1"/>
          <p:nvPr/>
        </p:nvSpPr>
        <p:spPr>
          <a:xfrm>
            <a:off x="5284897" y="2357120"/>
            <a:ext cx="199400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4400" b="1" dirty="0" err="1">
                <a:solidFill>
                  <a:srgbClr val="C00000"/>
                </a:solidFill>
              </a:rPr>
              <a:t>Info</a:t>
            </a:r>
            <a:endParaRPr lang="es-ES" sz="4400" b="1" dirty="0">
              <a:solidFill>
                <a:srgbClr val="C00000"/>
              </a:solidFill>
            </a:endParaRPr>
          </a:p>
          <a:p>
            <a:pPr algn="ctr"/>
            <a:r>
              <a:rPr lang="es-ES" sz="4400" b="1" dirty="0">
                <a:solidFill>
                  <a:srgbClr val="C00000"/>
                </a:solidFill>
              </a:rPr>
              <a:t>Joystick</a:t>
            </a:r>
          </a:p>
        </p:txBody>
      </p:sp>
    </p:spTree>
    <p:extLst>
      <p:ext uri="{BB962C8B-B14F-4D97-AF65-F5344CB8AC3E}">
        <p14:creationId xmlns:p14="http://schemas.microsoft.com/office/powerpoint/2010/main" val="403297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44C4B89-8E03-423E-9153-630E92665597}"/>
              </a:ext>
            </a:extLst>
          </p:cNvPr>
          <p:cNvGrpSpPr/>
          <p:nvPr/>
        </p:nvGrpSpPr>
        <p:grpSpPr>
          <a:xfrm>
            <a:off x="524839" y="-144589"/>
            <a:ext cx="8077200" cy="7020560"/>
            <a:chOff x="524839" y="-144589"/>
            <a:chExt cx="8077200" cy="7020560"/>
          </a:xfrm>
        </p:grpSpPr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4A5F5028-F86F-400E-994A-CB291F55B34A}"/>
                </a:ext>
              </a:extLst>
            </p:cNvPr>
            <p:cNvSpPr/>
            <p:nvPr/>
          </p:nvSpPr>
          <p:spPr>
            <a:xfrm>
              <a:off x="524839" y="-144589"/>
              <a:ext cx="8077200" cy="7020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noFill/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7C2D3D4F-AC7B-4D31-B8D6-BBECAD8C7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720" y="2381794"/>
              <a:ext cx="7921319" cy="2681808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8521EF8-67DE-4A5D-9847-0634544C34A6}"/>
                </a:ext>
              </a:extLst>
            </p:cNvPr>
            <p:cNvSpPr txBox="1"/>
            <p:nvPr/>
          </p:nvSpPr>
          <p:spPr>
            <a:xfrm>
              <a:off x="5967693" y="1948371"/>
              <a:ext cx="611649" cy="35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Pitch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96A775D7-F1DC-407A-AB4E-D4AF0623F4C1}"/>
                </a:ext>
              </a:extLst>
            </p:cNvPr>
            <p:cNvSpPr txBox="1"/>
            <p:nvPr/>
          </p:nvSpPr>
          <p:spPr>
            <a:xfrm>
              <a:off x="6020373" y="5099901"/>
              <a:ext cx="505377" cy="35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Roll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DD4658D7-0D44-4276-B7C8-7AA4B6D58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51913" y="2380169"/>
              <a:ext cx="0" cy="1736945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E875B18B-A771-403E-B425-99C8A5E65EB9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5967693" y="4538620"/>
              <a:ext cx="305369" cy="561282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DA495F89-6E29-4741-A1ED-417A7674C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9426" y="4520469"/>
              <a:ext cx="176706" cy="579433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D934D7B-74EF-44E9-B412-836BDDFD484F}"/>
                </a:ext>
              </a:extLst>
            </p:cNvPr>
            <p:cNvSpPr txBox="1"/>
            <p:nvPr/>
          </p:nvSpPr>
          <p:spPr>
            <a:xfrm>
              <a:off x="1676201" y="5076883"/>
              <a:ext cx="529942" cy="35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 err="1">
                  <a:solidFill>
                    <a:srgbClr val="FF0000"/>
                  </a:solidFill>
                </a:rPr>
                <a:t>Yaw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9EB4D394-CC29-4D66-8994-F9747E74D259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1697633" y="3171709"/>
              <a:ext cx="243540" cy="1905174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6844EF72-B386-4968-8C07-5EB927F5A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5022" y="3171709"/>
              <a:ext cx="246441" cy="1928193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174B0B35-38A7-478B-B90B-DD6233BBE71F}"/>
                </a:ext>
              </a:extLst>
            </p:cNvPr>
            <p:cNvSpPr txBox="1"/>
            <p:nvPr/>
          </p:nvSpPr>
          <p:spPr>
            <a:xfrm>
              <a:off x="2270923" y="5078263"/>
              <a:ext cx="882288" cy="35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 err="1">
                  <a:solidFill>
                    <a:srgbClr val="FF0000"/>
                  </a:solidFill>
                </a:rPr>
                <a:t>Throttle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1EC7A404-D053-4C9A-8AC6-E0F31AA080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65496" y="3722700"/>
              <a:ext cx="34788" cy="1340902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52FED913-359B-4AA6-9367-B7A44EC5B7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6647" y="3336951"/>
              <a:ext cx="71152" cy="1733292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E45BA7E8-91BE-4BC5-AE73-A052CF5D8B90}"/>
                </a:ext>
              </a:extLst>
            </p:cNvPr>
            <p:cNvSpPr txBox="1"/>
            <p:nvPr/>
          </p:nvSpPr>
          <p:spPr>
            <a:xfrm>
              <a:off x="967764" y="1848653"/>
              <a:ext cx="730147" cy="35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Armar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86C8D4BF-1BB6-4ADB-8F31-6DA59384F3B1}"/>
                </a:ext>
              </a:extLst>
            </p:cNvPr>
            <p:cNvSpPr txBox="1"/>
            <p:nvPr/>
          </p:nvSpPr>
          <p:spPr>
            <a:xfrm>
              <a:off x="1769724" y="1995193"/>
              <a:ext cx="937767" cy="35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Aterrizar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EB542D4-2C42-4F88-AC3B-CB331235734B}"/>
                </a:ext>
              </a:extLst>
            </p:cNvPr>
            <p:cNvSpPr txBox="1"/>
            <p:nvPr/>
          </p:nvSpPr>
          <p:spPr>
            <a:xfrm>
              <a:off x="2565496" y="1640593"/>
              <a:ext cx="1166452" cy="359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solidFill>
                    <a:srgbClr val="FF0000"/>
                  </a:solidFill>
                </a:rPr>
                <a:t>Retornar</a:t>
              </a:r>
              <a:endParaRPr lang="es-E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A371FA67-86C6-4710-8E52-F70778FB5F6D}"/>
                </a:ext>
              </a:extLst>
            </p:cNvPr>
            <p:cNvCxnSpPr>
              <a:cxnSpLocks/>
            </p:cNvCxnSpPr>
            <p:nvPr/>
          </p:nvCxnSpPr>
          <p:spPr>
            <a:xfrm>
              <a:off x="1302215" y="2242544"/>
              <a:ext cx="352325" cy="539625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de flecha 40">
              <a:extLst>
                <a:ext uri="{FF2B5EF4-FFF2-40B4-BE49-F238E27FC236}">
                  <a16:creationId xmlns:a16="http://schemas.microsoft.com/office/drawing/2014/main" id="{87F982D8-D27D-4854-A2BE-B7F8625610D2}"/>
                </a:ext>
              </a:extLst>
            </p:cNvPr>
            <p:cNvCxnSpPr>
              <a:cxnSpLocks/>
            </p:cNvCxnSpPr>
            <p:nvPr/>
          </p:nvCxnSpPr>
          <p:spPr>
            <a:xfrm>
              <a:off x="2236739" y="2289975"/>
              <a:ext cx="21887" cy="492194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16A07DF9-770A-4B65-9D09-D13F3A591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284" y="1975713"/>
              <a:ext cx="245465" cy="806456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8772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3997</TotalTime>
  <Words>12</Words>
  <Application>Microsoft Office PowerPoint</Application>
  <PresentationFormat>Panorámica</PresentationFormat>
  <Paragraphs>12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Valero</dc:creator>
  <cp:lastModifiedBy>Miguel Valero</cp:lastModifiedBy>
  <cp:revision>9</cp:revision>
  <dcterms:created xsi:type="dcterms:W3CDTF">2025-10-11T14:54:37Z</dcterms:created>
  <dcterms:modified xsi:type="dcterms:W3CDTF">2025-10-14T11:29:09Z</dcterms:modified>
</cp:coreProperties>
</file>